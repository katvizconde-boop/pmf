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91695" cy="155448"/>
          </a:xfrm>
          <a:prstGeom prst="rect">
            <a:avLst/>
          </a:prstGeom>
          <a:solidFill>
            <a:srgbClr val="1E3B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74320"/>
            <a:ext cx="12191695" cy="155448"/>
          </a:xfrm>
          <a:prstGeom prst="rect">
            <a:avLst/>
          </a:prstGeom>
          <a:solidFill>
            <a:srgbClr val="1E3C8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11480"/>
            <a:ext cx="12191695" cy="155448"/>
          </a:xfrm>
          <a:prstGeom prst="rect">
            <a:avLst/>
          </a:prstGeom>
          <a:solidFill>
            <a:srgbClr val="1E3C9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0"/>
            <a:ext cx="12191695" cy="155448"/>
          </a:xfrm>
          <a:prstGeom prst="rect">
            <a:avLst/>
          </a:prstGeom>
          <a:solidFill>
            <a:srgbClr val="1F3D9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5800"/>
            <a:ext cx="12191695" cy="155448"/>
          </a:xfrm>
          <a:prstGeom prst="rect">
            <a:avLst/>
          </a:prstGeom>
          <a:solidFill>
            <a:srgbClr val="1F3E94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822960"/>
            <a:ext cx="12191695" cy="155448"/>
          </a:xfrm>
          <a:prstGeom prst="rect">
            <a:avLst/>
          </a:prstGeom>
          <a:solidFill>
            <a:srgbClr val="1F3F9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60120"/>
            <a:ext cx="12191695" cy="155448"/>
          </a:xfrm>
          <a:prstGeom prst="rect">
            <a:avLst/>
          </a:prstGeom>
          <a:solidFill>
            <a:srgbClr val="1F4098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097280"/>
            <a:ext cx="12191695" cy="155448"/>
          </a:xfrm>
          <a:prstGeom prst="rect">
            <a:avLst/>
          </a:prstGeom>
          <a:solidFill>
            <a:srgbClr val="1F419A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234440"/>
            <a:ext cx="12191695" cy="155448"/>
          </a:xfrm>
          <a:prstGeom prst="rect">
            <a:avLst/>
          </a:prstGeom>
          <a:solidFill>
            <a:srgbClr val="1F419B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371600"/>
            <a:ext cx="12191695" cy="155448"/>
          </a:xfrm>
          <a:prstGeom prst="rect">
            <a:avLst/>
          </a:prstGeom>
          <a:solidFill>
            <a:srgbClr val="1F429D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508760"/>
            <a:ext cx="12191695" cy="155448"/>
          </a:xfrm>
          <a:prstGeom prst="rect">
            <a:avLst/>
          </a:prstGeom>
          <a:solidFill>
            <a:srgbClr val="20439F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645920"/>
            <a:ext cx="12191695" cy="155448"/>
          </a:xfrm>
          <a:prstGeom prst="rect">
            <a:avLst/>
          </a:prstGeom>
          <a:solidFill>
            <a:srgbClr val="2044A1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1783080"/>
            <a:ext cx="12191695" cy="155448"/>
          </a:xfrm>
          <a:prstGeom prst="rect">
            <a:avLst/>
          </a:prstGeom>
          <a:solidFill>
            <a:srgbClr val="2045A3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1920240"/>
            <a:ext cx="12191695" cy="155448"/>
          </a:xfrm>
          <a:prstGeom prst="rect">
            <a:avLst/>
          </a:prstGeom>
          <a:solidFill>
            <a:srgbClr val="2045A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057400"/>
            <a:ext cx="12191695" cy="155448"/>
          </a:xfrm>
          <a:prstGeom prst="rect">
            <a:avLst/>
          </a:prstGeom>
          <a:solidFill>
            <a:srgbClr val="2046A7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194560"/>
            <a:ext cx="12191695" cy="155448"/>
          </a:xfrm>
          <a:prstGeom prst="rect">
            <a:avLst/>
          </a:prstGeom>
          <a:solidFill>
            <a:srgbClr val="2047A9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331720"/>
            <a:ext cx="12191695" cy="155448"/>
          </a:xfrm>
          <a:prstGeom prst="rect">
            <a:avLst/>
          </a:prstGeom>
          <a:solidFill>
            <a:srgbClr val="2048A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468880"/>
            <a:ext cx="12191695" cy="155448"/>
          </a:xfrm>
          <a:prstGeom prst="rect">
            <a:avLst/>
          </a:prstGeom>
          <a:solidFill>
            <a:srgbClr val="2149AD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2606040"/>
            <a:ext cx="12191695" cy="155448"/>
          </a:xfrm>
          <a:prstGeom prst="rect">
            <a:avLst/>
          </a:prstGeom>
          <a:solidFill>
            <a:srgbClr val="214AAF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2743200"/>
            <a:ext cx="12191695" cy="155448"/>
          </a:xfrm>
          <a:prstGeom prst="rect">
            <a:avLst/>
          </a:prstGeom>
          <a:solidFill>
            <a:srgbClr val="214AB1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2880360"/>
            <a:ext cx="12191695" cy="155448"/>
          </a:xfrm>
          <a:prstGeom prst="rect">
            <a:avLst/>
          </a:prstGeom>
          <a:solidFill>
            <a:srgbClr val="214BB3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017520"/>
            <a:ext cx="12191695" cy="155448"/>
          </a:xfrm>
          <a:prstGeom prst="rect">
            <a:avLst/>
          </a:prstGeom>
          <a:solidFill>
            <a:srgbClr val="214C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154680"/>
            <a:ext cx="12191695" cy="155448"/>
          </a:xfrm>
          <a:prstGeom prst="rect">
            <a:avLst/>
          </a:prstGeom>
          <a:solidFill>
            <a:srgbClr val="214DB7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155448"/>
          </a:xfrm>
          <a:prstGeom prst="rect">
            <a:avLst/>
          </a:prstGeom>
          <a:solidFill>
            <a:srgbClr val="214EB9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3429000"/>
            <a:ext cx="12191695" cy="155448"/>
          </a:xfrm>
          <a:prstGeom prst="rect">
            <a:avLst/>
          </a:prstGeom>
          <a:solidFill>
            <a:srgbClr val="224FBB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3566160"/>
            <a:ext cx="12191695" cy="155448"/>
          </a:xfrm>
          <a:prstGeom prst="rect">
            <a:avLst/>
          </a:prstGeom>
          <a:solidFill>
            <a:srgbClr val="224FBC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3703320"/>
            <a:ext cx="12191695" cy="155448"/>
          </a:xfrm>
          <a:prstGeom prst="rect">
            <a:avLst/>
          </a:prstGeom>
          <a:solidFill>
            <a:srgbClr val="2250BE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3840480"/>
            <a:ext cx="12191695" cy="155448"/>
          </a:xfrm>
          <a:prstGeom prst="rect">
            <a:avLst/>
          </a:prstGeom>
          <a:solidFill>
            <a:srgbClr val="2251C0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3977640"/>
            <a:ext cx="12191695" cy="155448"/>
          </a:xfrm>
          <a:prstGeom prst="rect">
            <a:avLst/>
          </a:prstGeom>
          <a:solidFill>
            <a:srgbClr val="2252C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114800"/>
            <a:ext cx="12191695" cy="155448"/>
          </a:xfrm>
          <a:prstGeom prst="rect">
            <a:avLst/>
          </a:prstGeom>
          <a:solidFill>
            <a:srgbClr val="2253C4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4251960"/>
            <a:ext cx="12191695" cy="155448"/>
          </a:xfrm>
          <a:prstGeom prst="rect">
            <a:avLst/>
          </a:prstGeom>
          <a:solidFill>
            <a:srgbClr val="2253C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4389120"/>
            <a:ext cx="12191695" cy="155448"/>
          </a:xfrm>
          <a:prstGeom prst="rect">
            <a:avLst/>
          </a:prstGeom>
          <a:solidFill>
            <a:srgbClr val="2254C8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4526280"/>
            <a:ext cx="12191695" cy="155448"/>
          </a:xfrm>
          <a:prstGeom prst="rect">
            <a:avLst/>
          </a:prstGeom>
          <a:solidFill>
            <a:srgbClr val="2355CA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4663440"/>
            <a:ext cx="12191695" cy="155448"/>
          </a:xfrm>
          <a:prstGeom prst="rect">
            <a:avLst/>
          </a:prstGeom>
          <a:solidFill>
            <a:srgbClr val="2356CC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4800600"/>
            <a:ext cx="12191695" cy="155448"/>
          </a:xfrm>
          <a:prstGeom prst="rect">
            <a:avLst/>
          </a:prstGeom>
          <a:solidFill>
            <a:srgbClr val="2357CE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4937760"/>
            <a:ext cx="12191695" cy="155448"/>
          </a:xfrm>
          <a:prstGeom prst="rect">
            <a:avLst/>
          </a:prstGeom>
          <a:solidFill>
            <a:srgbClr val="2358D0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5074920"/>
            <a:ext cx="12191695" cy="155448"/>
          </a:xfrm>
          <a:prstGeom prst="rect">
            <a:avLst/>
          </a:prstGeom>
          <a:solidFill>
            <a:srgbClr val="2358D2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5212080"/>
            <a:ext cx="12191695" cy="155448"/>
          </a:xfrm>
          <a:prstGeom prst="rect">
            <a:avLst/>
          </a:prstGeom>
          <a:solidFill>
            <a:srgbClr val="2359D4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349240"/>
            <a:ext cx="12191695" cy="155448"/>
          </a:xfrm>
          <a:prstGeom prst="rect">
            <a:avLst/>
          </a:prstGeom>
          <a:solidFill>
            <a:srgbClr val="235AD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155448"/>
          </a:xfrm>
          <a:prstGeom prst="rect">
            <a:avLst/>
          </a:prstGeom>
          <a:solidFill>
            <a:srgbClr val="245BD8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623560"/>
            <a:ext cx="12191695" cy="155448"/>
          </a:xfrm>
          <a:prstGeom prst="rect">
            <a:avLst/>
          </a:prstGeom>
          <a:solidFill>
            <a:srgbClr val="245CDA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5760720"/>
            <a:ext cx="12191695" cy="155448"/>
          </a:xfrm>
          <a:prstGeom prst="rect">
            <a:avLst/>
          </a:prstGeom>
          <a:solidFill>
            <a:srgbClr val="245CDB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5897880"/>
            <a:ext cx="12191695" cy="155448"/>
          </a:xfrm>
          <a:prstGeom prst="rect">
            <a:avLst/>
          </a:prstGeom>
          <a:solidFill>
            <a:srgbClr val="245DDD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035040"/>
            <a:ext cx="12191695" cy="155448"/>
          </a:xfrm>
          <a:prstGeom prst="rect">
            <a:avLst/>
          </a:prstGeom>
          <a:solidFill>
            <a:srgbClr val="245ED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172200"/>
            <a:ext cx="12191695" cy="155448"/>
          </a:xfrm>
          <a:prstGeom prst="rect">
            <a:avLst/>
          </a:prstGeom>
          <a:solidFill>
            <a:srgbClr val="245FE1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155448"/>
          </a:xfrm>
          <a:prstGeom prst="rect">
            <a:avLst/>
          </a:prstGeom>
          <a:solidFill>
            <a:srgbClr val="2460E3"/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6446520"/>
            <a:ext cx="12191695" cy="155448"/>
          </a:xfrm>
          <a:prstGeom prst="rect">
            <a:avLst/>
          </a:prstGeom>
          <a:solidFill>
            <a:srgbClr val="2561E5"/>
          </a:solidFill>
          <a:ln/>
        </p:spPr>
      </p:sp>
      <p:sp>
        <p:nvSpPr>
          <p:cNvPr id="50" name="Shape 48"/>
          <p:cNvSpPr/>
          <p:nvPr/>
        </p:nvSpPr>
        <p:spPr>
          <a:xfrm>
            <a:off x="0" y="6583680"/>
            <a:ext cx="12191695" cy="155448"/>
          </a:xfrm>
          <a:prstGeom prst="rect">
            <a:avLst/>
          </a:prstGeom>
          <a:solidFill>
            <a:srgbClr val="2561E7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720840"/>
            <a:ext cx="12191695" cy="155448"/>
          </a:xfrm>
          <a:prstGeom prst="rect">
            <a:avLst/>
          </a:prstGeom>
          <a:solidFill>
            <a:srgbClr val="2562E9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502920"/>
            <a:ext cx="594360" cy="640080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5029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1234440" y="4663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PMF </a:t>
            </a:r>
            <a:pPr indent="0" marL="0">
              <a:buNone/>
            </a:pPr>
            <a:r>
              <a:rPr lang="en-US" sz="2200" b="1" spc="100" kern="0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234440" y="795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Management Form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" y="18288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👋</a:t>
            </a:r>
            <a:endParaRPr lang="en-US" sz="13000" dirty="0"/>
          </a:p>
        </p:txBody>
      </p:sp>
      <p:sp>
        <p:nvSpPr>
          <p:cNvPr id="57" name="Text 55"/>
          <p:cNvSpPr/>
          <p:nvPr/>
        </p:nvSpPr>
        <p:spPr>
          <a:xfrm>
            <a:off x="548640" y="3657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WELCOME, TEAMMATE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48640" y="4023360"/>
            <a:ext cx="1115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new PMF home.</a:t>
            </a:r>
            <a:endParaRPr lang="en-US" sz="7200" dirty="0"/>
          </a:p>
        </p:txBody>
      </p:sp>
      <p:sp>
        <p:nvSpPr>
          <p:cNvPr id="59" name="Text 57"/>
          <p:cNvSpPr/>
          <p:nvPr/>
        </p:nvSpPr>
        <p:spPr>
          <a:xfrm>
            <a:off x="548640" y="53949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reviews — finally simple, finally yours.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 · YOUR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What's in it for you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Onboarding · sevengen.vercel.app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73152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⏱️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4592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Faster reviews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468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Self-assessments take 15 minutes — not an afternoon.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548640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828800"/>
            <a:ext cx="73152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📜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296912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Forever history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96912" y="2468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review you've ever done is one click away.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548640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19272"/>
            <a:ext cx="73152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021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👁️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645920" y="3502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 transparency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3959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exactly what your manager wrote, with evidence.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3319272"/>
            <a:ext cx="548640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3319272"/>
            <a:ext cx="73152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5021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🎉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296912" y="3502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Year-round recognition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96912" y="3959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and receive Kudos any time, not just at review.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809744"/>
            <a:ext cx="548640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809744"/>
            <a:ext cx="73152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99262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1645920" y="49926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Clear career path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45920" y="54498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what skills get you to the next level.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99632" y="4809744"/>
            <a:ext cx="548640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9632" y="4809744"/>
            <a:ext cx="73152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499262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7296912" y="49926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Track your goals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96912" y="54498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goals at cycle start. Show your impact at review.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· 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4-step journey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Onboarding · sevengen.vercel.app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260604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1620" y="17373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5316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🔐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 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23060" y="42976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34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+ password or Microsoft 365 SSO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103120"/>
            <a:ext cx="260604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57700" y="1737360"/>
            <a:ext cx="731520" cy="73152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44577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520440" y="2560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✍️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352044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SELF-ASSESS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49140" y="4297680"/>
            <a:ext cx="54864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4434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yourself, share examples, sign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2103120"/>
            <a:ext cx="260604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3780" y="1737360"/>
            <a:ext cx="731520" cy="73152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3" name="Text 21"/>
          <p:cNvSpPr/>
          <p:nvPr/>
        </p:nvSpPr>
        <p:spPr>
          <a:xfrm>
            <a:off x="73837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46520" y="2560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👥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644652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MANAGER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spc="300" kern="0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75220" y="4297680"/>
            <a:ext cx="548640" cy="3657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434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rates, HR finalizes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72600" y="2103120"/>
            <a:ext cx="260604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09860" y="173736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103098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372600" y="2560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937260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GET FEEDBACK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401300" y="4297680"/>
            <a:ext cx="5486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9555480" y="4434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score, comments, print PDF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time: ~15 minutes per cycle.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· STEP 1 — LOGIN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 in to your account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Onboarding ·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Two ways to log in: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21208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52120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OPTION 1 · EMAIL + PASSWORD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@sevengen.com email + temporary password from HR.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291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time? Use password123 — then change it in My Profile.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21208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69080"/>
            <a:ext cx="521208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OPTION 2 · MICROSOFT 365 SSO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"Sign in with Microsoft" — uses your work account.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983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new password to remember. Same login as Outlook &amp; Teams.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760720"/>
            <a:ext cx="521208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7607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🌐  sevengen.vercel.app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solidFill>
            <a:srgbClr val="F0F9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●  ●     sevengen.vercel.app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246888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2651760"/>
            <a:ext cx="457200" cy="502920"/>
          </a:xfrm>
          <a:prstGeom prst="hexagon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2651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86384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PMF SYSTEM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152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in to your account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3611880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address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4069080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••••••••••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0" y="4663440"/>
            <a:ext cx="35661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4663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 in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0" y="5166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or 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5486400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in with Microsoft 365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· STEP 2 — SELF-ASSESSMENT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 yourself, share examples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Onboarding ·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 each competency: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Pick a rating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852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 = Unsatisfactory … 5.0 = Significantly Exceeds (half-points OK).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Add justification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9502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specific examples, projects, behaviors.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Move to the next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0474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auto-saves as you type. No save button.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852160"/>
            <a:ext cx="539496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8521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 </a:t>
            </a:r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tip: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 honest. Self-assessments aren't competitive — they help your manager give better feedback.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828800"/>
            <a:ext cx="530352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828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II: Core Competencies  ·  Weight: 30%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2514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Collaboration and Leadership *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2834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together with the team by being dependable.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3291840"/>
            <a:ext cx="4114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4.0 - Exceeds Expectations  ▾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✍️  Justification / Evidence — required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4160520"/>
            <a:ext cx="4937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25196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Q4 I led the cross-team training initiative, mentored 2 new hires, and stepped in on the year-end campaign when our lead was on leave.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5669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Auto-saved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· STEP 3 — SIGN &amp; SUBMIT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 electronically · final review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Onboarding ·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 you click Submit: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Review the preview — see all your ratings + comments at a glance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Confirm: "Are you sure? Once submitted, you can't edit."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Draw or upload your signature (PNG/JPEG, max 10 MB)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Click "Submit Self-Assessment"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Your manager is auto-notified via email + 🔔 bell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585216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440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🔒  Your signature is legally valid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806440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 encrypted alongside your evaluation. The signature IS your formal sign-off — same as ink on paper.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182880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✍️  Signatures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Employee Signature 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6974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✍️ Draw  ⬆ Upload (PNG/JPG · 10MB max)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2971800"/>
            <a:ext cx="47548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063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 signature ~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66560" y="3749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Supervisor Signature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4069080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4069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pending 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5029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HR Signature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5349240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5349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pending 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· STEP 4 — GET FEEDBACK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finalized PMF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Onboarding ·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your manager rates and HR approves, you get an email + bell notification: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91672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2316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14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evaluation is finalized 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80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here to view your finalized PMF, see your manager's feedback, and download the PDF.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you'll see: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8640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08760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Side-by-side ratings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572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self-rating vs manager rating, per item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53912" y="4023360"/>
            <a:ext cx="548640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14032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Manager's justifications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14032" y="4572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feedback for each rating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93792"/>
            <a:ext cx="548640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376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🧮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508760" y="5376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Weighted overall score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742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Auto-calculated using the official formula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53912" y="5193792"/>
            <a:ext cx="548640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5376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🖨️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114032" y="5376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Download branded PDF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14032" y="5742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 or save for your records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 · BONUS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Beyond just reviews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Onboarding ·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for every employee — use anytime, not just at review: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23160"/>
            <a:ext cx="73152" cy="1463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🎉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0876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Kudos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shout-outs to anyone, any time. Counted at review.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52544" y="242316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2423160"/>
            <a:ext cx="73152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581144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12664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Career Path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12664" y="29718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your role's ladder — current level → target level.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242316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242316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38504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16568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Goals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16568" y="29718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quarterly goals at cycle start. Show impact at review.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50792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50792"/>
            <a:ext cx="73152" cy="1463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233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📔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508760" y="4233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1:1 Notes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45994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notepad with your manager. Agenda + actions.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52544" y="4050792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52544" y="4050792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581144" y="4233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📎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312664" y="4233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12664" y="45994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contracts, certificates, IDs. All in one place.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56448" y="4050792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6448" y="4050792"/>
            <a:ext cx="73152" cy="1463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8385048" y="4233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9116568" y="4233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16568" y="45994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Bell icon top-right. Real-time updates on PMFs + kudos.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 · YOU STAY IN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profile &amp; data privacy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Onboarding ·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👤 Your Profile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"My Profile" anytime to: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Upload your photo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Update name, contact, address, emergency contact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570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Change your password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9410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View your manager and reporting 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3251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Re-watch the welcome tour 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🔒 Your Privacy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see your data: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788920"/>
            <a:ext cx="530352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78892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880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7804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78040" y="3081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access to your own PMFs, goals, docs.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3566160"/>
            <a:ext cx="530352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56616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657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👨‍💼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780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Manager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38587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YOUR PMF + 1:1 notes you share.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4343400"/>
            <a:ext cx="530352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343400"/>
            <a:ext cx="73152" cy="685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434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780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HR Admin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78040" y="46360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— for review and compliance only.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5120640"/>
            <a:ext cx="530352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5120640"/>
            <a:ext cx="73152" cy="6858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5212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17804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Other employees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54132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see your evaluations. Period.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📜  Every access to your data is logged. You can request the audit trail anytime via HR.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 · 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Frequently asked questions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Onboarding · sevengen.vercel.app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 this required?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— all employees use the same system this cycle forward.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53912" y="1828800"/>
            <a:ext cx="548640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48272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Can my manager change my self-rating?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48272" y="23317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No. Your rating is yours. Manager rates separately.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548640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154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Forgot my password?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520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HR for reset, or use Microsoft 365 SSO.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53912" y="3017520"/>
            <a:ext cx="548640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48272" y="3154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Can I save and finish later?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48272" y="3520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— auto-saves as you type. Resume anytime before submit.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548640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343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if I miss the deadline?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4709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Reminders fire at 14, 7, 3, 1 days before due. HR gets alerted if you go past.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53912" y="4206240"/>
            <a:ext cx="548640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48272" y="4343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Will my old PDF reviews show here?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48272" y="4709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 reviews stay with HR. New cycles forward live in this system.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394960"/>
            <a:ext cx="548640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3000" y="5532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Can I see other employees' scores?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5897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No. Only your own. HR sees company-wide for compliance.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53912" y="5394960"/>
            <a:ext cx="548640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48272" y="5532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Where is my data stored?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48272" y="5897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cloud database in Singapore. ASEAN data residency.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· SUPPORT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Need help? We've got you.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Onboarding · sevengen.vercel.app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36576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🎓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Built-in Tour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03120" y="4526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→ 🎓 Restart Tour anytime for a 60-second walkthrough.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5532120"/>
            <a:ext cx="256032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 60-second video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52544" y="18288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52544" y="1828800"/>
            <a:ext cx="3657600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4352544" y="2743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💬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626864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Ask HR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07024" y="4526280"/>
            <a:ext cx="548640" cy="3657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4626864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hr@sevengen.com or Slack. We respond within 4 business hours.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01184" y="5532120"/>
            <a:ext cx="256032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01184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 Same business day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56448" y="18288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6448" y="1828800"/>
            <a:ext cx="36576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156448" y="2743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📅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8430768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Talk to manager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710928" y="4526280"/>
            <a:ext cx="5486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8430768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a 15-min walk-through for questions about ratings.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705088" y="5532120"/>
            <a:ext cx="256032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0" name="Text 28"/>
          <p:cNvSpPr/>
          <p:nvPr/>
        </p:nvSpPr>
        <p:spPr>
          <a:xfrm>
            <a:off x="8705088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 Book via Outlook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There are no stupid questions. We're rolling this out together.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91695" cy="155448"/>
          </a:xfrm>
          <a:prstGeom prst="rect">
            <a:avLst/>
          </a:prstGeom>
          <a:solidFill>
            <a:srgbClr val="1E3B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74320"/>
            <a:ext cx="12191695" cy="155448"/>
          </a:xfrm>
          <a:prstGeom prst="rect">
            <a:avLst/>
          </a:prstGeom>
          <a:solidFill>
            <a:srgbClr val="1E3C8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11480"/>
            <a:ext cx="12191695" cy="155448"/>
          </a:xfrm>
          <a:prstGeom prst="rect">
            <a:avLst/>
          </a:prstGeom>
          <a:solidFill>
            <a:srgbClr val="1E3C9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0"/>
            <a:ext cx="12191695" cy="155448"/>
          </a:xfrm>
          <a:prstGeom prst="rect">
            <a:avLst/>
          </a:prstGeom>
          <a:solidFill>
            <a:srgbClr val="1F3D9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5800"/>
            <a:ext cx="12191695" cy="155448"/>
          </a:xfrm>
          <a:prstGeom prst="rect">
            <a:avLst/>
          </a:prstGeom>
          <a:solidFill>
            <a:srgbClr val="1F3E94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822960"/>
            <a:ext cx="12191695" cy="155448"/>
          </a:xfrm>
          <a:prstGeom prst="rect">
            <a:avLst/>
          </a:prstGeom>
          <a:solidFill>
            <a:srgbClr val="1F3F9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60120"/>
            <a:ext cx="12191695" cy="155448"/>
          </a:xfrm>
          <a:prstGeom prst="rect">
            <a:avLst/>
          </a:prstGeom>
          <a:solidFill>
            <a:srgbClr val="1F4098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097280"/>
            <a:ext cx="12191695" cy="155448"/>
          </a:xfrm>
          <a:prstGeom prst="rect">
            <a:avLst/>
          </a:prstGeom>
          <a:solidFill>
            <a:srgbClr val="1F419A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234440"/>
            <a:ext cx="12191695" cy="155448"/>
          </a:xfrm>
          <a:prstGeom prst="rect">
            <a:avLst/>
          </a:prstGeom>
          <a:solidFill>
            <a:srgbClr val="1F419B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371600"/>
            <a:ext cx="12191695" cy="155448"/>
          </a:xfrm>
          <a:prstGeom prst="rect">
            <a:avLst/>
          </a:prstGeom>
          <a:solidFill>
            <a:srgbClr val="1F429D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508760"/>
            <a:ext cx="12191695" cy="155448"/>
          </a:xfrm>
          <a:prstGeom prst="rect">
            <a:avLst/>
          </a:prstGeom>
          <a:solidFill>
            <a:srgbClr val="20439F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645920"/>
            <a:ext cx="12191695" cy="155448"/>
          </a:xfrm>
          <a:prstGeom prst="rect">
            <a:avLst/>
          </a:prstGeom>
          <a:solidFill>
            <a:srgbClr val="2044A1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1783080"/>
            <a:ext cx="12191695" cy="155448"/>
          </a:xfrm>
          <a:prstGeom prst="rect">
            <a:avLst/>
          </a:prstGeom>
          <a:solidFill>
            <a:srgbClr val="2045A3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1920240"/>
            <a:ext cx="12191695" cy="155448"/>
          </a:xfrm>
          <a:prstGeom prst="rect">
            <a:avLst/>
          </a:prstGeom>
          <a:solidFill>
            <a:srgbClr val="2045A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057400"/>
            <a:ext cx="12191695" cy="155448"/>
          </a:xfrm>
          <a:prstGeom prst="rect">
            <a:avLst/>
          </a:prstGeom>
          <a:solidFill>
            <a:srgbClr val="2046A7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194560"/>
            <a:ext cx="12191695" cy="155448"/>
          </a:xfrm>
          <a:prstGeom prst="rect">
            <a:avLst/>
          </a:prstGeom>
          <a:solidFill>
            <a:srgbClr val="2047A9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331720"/>
            <a:ext cx="12191695" cy="155448"/>
          </a:xfrm>
          <a:prstGeom prst="rect">
            <a:avLst/>
          </a:prstGeom>
          <a:solidFill>
            <a:srgbClr val="2048A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468880"/>
            <a:ext cx="12191695" cy="155448"/>
          </a:xfrm>
          <a:prstGeom prst="rect">
            <a:avLst/>
          </a:prstGeom>
          <a:solidFill>
            <a:srgbClr val="2149AD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2606040"/>
            <a:ext cx="12191695" cy="155448"/>
          </a:xfrm>
          <a:prstGeom prst="rect">
            <a:avLst/>
          </a:prstGeom>
          <a:solidFill>
            <a:srgbClr val="214AAF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2743200"/>
            <a:ext cx="12191695" cy="155448"/>
          </a:xfrm>
          <a:prstGeom prst="rect">
            <a:avLst/>
          </a:prstGeom>
          <a:solidFill>
            <a:srgbClr val="214AB1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2880360"/>
            <a:ext cx="12191695" cy="155448"/>
          </a:xfrm>
          <a:prstGeom prst="rect">
            <a:avLst/>
          </a:prstGeom>
          <a:solidFill>
            <a:srgbClr val="214BB3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017520"/>
            <a:ext cx="12191695" cy="155448"/>
          </a:xfrm>
          <a:prstGeom prst="rect">
            <a:avLst/>
          </a:prstGeom>
          <a:solidFill>
            <a:srgbClr val="214C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154680"/>
            <a:ext cx="12191695" cy="155448"/>
          </a:xfrm>
          <a:prstGeom prst="rect">
            <a:avLst/>
          </a:prstGeom>
          <a:solidFill>
            <a:srgbClr val="214DB7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155448"/>
          </a:xfrm>
          <a:prstGeom prst="rect">
            <a:avLst/>
          </a:prstGeom>
          <a:solidFill>
            <a:srgbClr val="214EB9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3429000"/>
            <a:ext cx="12191695" cy="155448"/>
          </a:xfrm>
          <a:prstGeom prst="rect">
            <a:avLst/>
          </a:prstGeom>
          <a:solidFill>
            <a:srgbClr val="224FBB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3566160"/>
            <a:ext cx="12191695" cy="155448"/>
          </a:xfrm>
          <a:prstGeom prst="rect">
            <a:avLst/>
          </a:prstGeom>
          <a:solidFill>
            <a:srgbClr val="224FBC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3703320"/>
            <a:ext cx="12191695" cy="155448"/>
          </a:xfrm>
          <a:prstGeom prst="rect">
            <a:avLst/>
          </a:prstGeom>
          <a:solidFill>
            <a:srgbClr val="2250BE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3840480"/>
            <a:ext cx="12191695" cy="155448"/>
          </a:xfrm>
          <a:prstGeom prst="rect">
            <a:avLst/>
          </a:prstGeom>
          <a:solidFill>
            <a:srgbClr val="2251C0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3977640"/>
            <a:ext cx="12191695" cy="155448"/>
          </a:xfrm>
          <a:prstGeom prst="rect">
            <a:avLst/>
          </a:prstGeom>
          <a:solidFill>
            <a:srgbClr val="2252C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114800"/>
            <a:ext cx="12191695" cy="155448"/>
          </a:xfrm>
          <a:prstGeom prst="rect">
            <a:avLst/>
          </a:prstGeom>
          <a:solidFill>
            <a:srgbClr val="2253C4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4251960"/>
            <a:ext cx="12191695" cy="155448"/>
          </a:xfrm>
          <a:prstGeom prst="rect">
            <a:avLst/>
          </a:prstGeom>
          <a:solidFill>
            <a:srgbClr val="2253C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4389120"/>
            <a:ext cx="12191695" cy="155448"/>
          </a:xfrm>
          <a:prstGeom prst="rect">
            <a:avLst/>
          </a:prstGeom>
          <a:solidFill>
            <a:srgbClr val="2254C8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4526280"/>
            <a:ext cx="12191695" cy="155448"/>
          </a:xfrm>
          <a:prstGeom prst="rect">
            <a:avLst/>
          </a:prstGeom>
          <a:solidFill>
            <a:srgbClr val="2355CA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4663440"/>
            <a:ext cx="12191695" cy="155448"/>
          </a:xfrm>
          <a:prstGeom prst="rect">
            <a:avLst/>
          </a:prstGeom>
          <a:solidFill>
            <a:srgbClr val="2356CC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4800600"/>
            <a:ext cx="12191695" cy="155448"/>
          </a:xfrm>
          <a:prstGeom prst="rect">
            <a:avLst/>
          </a:prstGeom>
          <a:solidFill>
            <a:srgbClr val="2357CE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4937760"/>
            <a:ext cx="12191695" cy="155448"/>
          </a:xfrm>
          <a:prstGeom prst="rect">
            <a:avLst/>
          </a:prstGeom>
          <a:solidFill>
            <a:srgbClr val="2358D0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5074920"/>
            <a:ext cx="12191695" cy="155448"/>
          </a:xfrm>
          <a:prstGeom prst="rect">
            <a:avLst/>
          </a:prstGeom>
          <a:solidFill>
            <a:srgbClr val="2358D2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5212080"/>
            <a:ext cx="12191695" cy="155448"/>
          </a:xfrm>
          <a:prstGeom prst="rect">
            <a:avLst/>
          </a:prstGeom>
          <a:solidFill>
            <a:srgbClr val="2359D4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349240"/>
            <a:ext cx="12191695" cy="155448"/>
          </a:xfrm>
          <a:prstGeom prst="rect">
            <a:avLst/>
          </a:prstGeom>
          <a:solidFill>
            <a:srgbClr val="235AD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155448"/>
          </a:xfrm>
          <a:prstGeom prst="rect">
            <a:avLst/>
          </a:prstGeom>
          <a:solidFill>
            <a:srgbClr val="245BD8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623560"/>
            <a:ext cx="12191695" cy="155448"/>
          </a:xfrm>
          <a:prstGeom prst="rect">
            <a:avLst/>
          </a:prstGeom>
          <a:solidFill>
            <a:srgbClr val="245CDA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5760720"/>
            <a:ext cx="12191695" cy="155448"/>
          </a:xfrm>
          <a:prstGeom prst="rect">
            <a:avLst/>
          </a:prstGeom>
          <a:solidFill>
            <a:srgbClr val="245CDB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5897880"/>
            <a:ext cx="12191695" cy="155448"/>
          </a:xfrm>
          <a:prstGeom prst="rect">
            <a:avLst/>
          </a:prstGeom>
          <a:solidFill>
            <a:srgbClr val="245DDD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035040"/>
            <a:ext cx="12191695" cy="155448"/>
          </a:xfrm>
          <a:prstGeom prst="rect">
            <a:avLst/>
          </a:prstGeom>
          <a:solidFill>
            <a:srgbClr val="245ED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172200"/>
            <a:ext cx="12191695" cy="155448"/>
          </a:xfrm>
          <a:prstGeom prst="rect">
            <a:avLst/>
          </a:prstGeom>
          <a:solidFill>
            <a:srgbClr val="245FE1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155448"/>
          </a:xfrm>
          <a:prstGeom prst="rect">
            <a:avLst/>
          </a:prstGeom>
          <a:solidFill>
            <a:srgbClr val="2460E3"/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6446520"/>
            <a:ext cx="12191695" cy="155448"/>
          </a:xfrm>
          <a:prstGeom prst="rect">
            <a:avLst/>
          </a:prstGeom>
          <a:solidFill>
            <a:srgbClr val="2561E5"/>
          </a:solidFill>
          <a:ln/>
        </p:spPr>
      </p:sp>
      <p:sp>
        <p:nvSpPr>
          <p:cNvPr id="50" name="Shape 48"/>
          <p:cNvSpPr/>
          <p:nvPr/>
        </p:nvSpPr>
        <p:spPr>
          <a:xfrm>
            <a:off x="0" y="6583680"/>
            <a:ext cx="12191695" cy="155448"/>
          </a:xfrm>
          <a:prstGeom prst="rect">
            <a:avLst/>
          </a:prstGeom>
          <a:solidFill>
            <a:srgbClr val="2561E7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720840"/>
            <a:ext cx="12191695" cy="155448"/>
          </a:xfrm>
          <a:prstGeom prst="rect">
            <a:avLst/>
          </a:prstGeom>
          <a:solidFill>
            <a:srgbClr val="2562E9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502920"/>
            <a:ext cx="594360" cy="640080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5029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1234440" y="4663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PMF </a:t>
            </a:r>
            <a:pPr indent="0" marL="0">
              <a:buNone/>
            </a:pPr>
            <a:r>
              <a:rPr lang="en-US" sz="2200" b="1" spc="100" kern="0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234440" y="795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Management Form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" y="210312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Let's get started.</a:t>
            </a:r>
            <a:endParaRPr lang="en-US" sz="8800" dirty="0"/>
          </a:p>
        </p:txBody>
      </p:sp>
      <p:sp>
        <p:nvSpPr>
          <p:cNvPr id="57" name="Shape 55"/>
          <p:cNvSpPr/>
          <p:nvPr/>
        </p:nvSpPr>
        <p:spPr>
          <a:xfrm>
            <a:off x="548640" y="3520440"/>
            <a:ext cx="1828800" cy="73152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3703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a browser and visit: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48640" y="4297680"/>
            <a:ext cx="1115568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29768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🌐  sevengen.vercel.app</a:t>
            </a:r>
            <a:endParaRPr lang="en-US" sz="5200" dirty="0"/>
          </a:p>
        </p:txBody>
      </p:sp>
      <p:sp>
        <p:nvSpPr>
          <p:cNvPr id="61" name="Text 59"/>
          <p:cNvSpPr/>
          <p:nvPr/>
        </p:nvSpPr>
        <p:spPr>
          <a:xfrm>
            <a:off x="548640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Welcome aboard! Let's grow together. 💙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SevenGen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PMF System · Employee Welcome</dc:title>
  <dc:subject>PptxGenJS Presentation</dc:subject>
  <dc:creator>SevenGen HR</dc:creator>
  <cp:lastModifiedBy>SevenGen HR</cp:lastModifiedBy>
  <cp:revision>1</cp:revision>
  <dcterms:created xsi:type="dcterms:W3CDTF">2026-05-11T06:56:33Z</dcterms:created>
  <dcterms:modified xsi:type="dcterms:W3CDTF">2026-05-11T06:56:33Z</dcterms:modified>
</cp:coreProperties>
</file>