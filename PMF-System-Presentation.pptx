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48640" y="2103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251460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9600" dirty="0"/>
          </a:p>
        </p:txBody>
      </p:sp>
      <p:sp>
        <p:nvSpPr>
          <p:cNvPr id="47" name="Text 45"/>
          <p:cNvSpPr/>
          <p:nvPr/>
        </p:nvSpPr>
        <p:spPr>
          <a:xfrm>
            <a:off x="548640" y="4114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Management, Reimagined for SevenGen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548640" y="4892040"/>
            <a:ext cx="1371600" cy="4572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50749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April 2026 · Live at sevengen.vercel.app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process is slow and manual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📎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00200" y="1856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emailed back and forth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331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Attached → reply → re-attach. No single source of truth.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69164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60920" y="1856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tracking of status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0920" y="2331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chases each manager one-by-one to find out who's done.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4612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60020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historical lookup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886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evaluations buried in inboxes and shared drives.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24612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24612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📞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36092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chases people manually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3886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due date means phone calls, pings, follow-up emails.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80060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🧮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600200" y="4965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done by hand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00200" y="5440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Calculator in one tab, spreadsheet in another, error-prone.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80060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80060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🧩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360920" y="4965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templates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60920" y="5440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teams use slightly different PMF versions.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web app for the whole company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logs in.</a:t>
            </a:r>
            <a:endParaRPr lang="en-US" sz="3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Auto-emails.</a:t>
            </a:r>
            <a:endParaRPr lang="en-US" sz="3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Auto-scoring.</a:t>
            </a:r>
            <a:endParaRPr lang="en-US" sz="3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Forever history.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37160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your exact Regular + Probationary forms.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2468880" cy="150876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3246120"/>
            <a:ext cx="2468880" cy="4572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783080"/>
            <a:ext cx="2468880" cy="150876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0" y="3246120"/>
            <a:ext cx="2468880" cy="4572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1440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templates (exact)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474720"/>
            <a:ext cx="2468880" cy="150876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937760"/>
            <a:ext cx="2468880" cy="4572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stages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0" y="3474720"/>
            <a:ext cx="2468880" cy="150876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0" y="4937760"/>
            <a:ext cx="2468880" cy="4572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144000" y="4480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records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How We Built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stages from idea to live app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83080"/>
            <a:ext cx="26974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Krystle's &amp; Janella's PDFs. Mapped every Part, Section, and question into a data model.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01568" y="17830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01568" y="1783080"/>
            <a:ext cx="2697480" cy="109728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75888" y="2103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3675888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75888" y="4069080"/>
            <a:ext cx="548640" cy="36576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75888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+ Prisma + Postgres. React dashboard. Role-based middleware. Workflow state machine.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08776" y="17830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783080"/>
            <a:ext cx="26974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83096" y="2103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483096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83096" y="40690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20+ feature rounds: dashboards, templates editor, PDF import, reminders, move-to-regular…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15984" y="17830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15984" y="1783080"/>
            <a:ext cx="2697480" cy="109728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8" name="Text 26"/>
          <p:cNvSpPr/>
          <p:nvPr/>
        </p:nvSpPr>
        <p:spPr>
          <a:xfrm>
            <a:off x="9290304" y="2103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9290304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290304" y="4069080"/>
            <a:ext cx="548640" cy="36576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1" name="Text 29"/>
          <p:cNvSpPr/>
          <p:nvPr/>
        </p:nvSpPr>
        <p:spPr>
          <a:xfrm>
            <a:off x="9290304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+ Neon, live globally at sevengen.vercel.app. $0 cost on free tier.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pieces connect in the cloud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657600" cy="91440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(HR · Manager · Employee)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263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246120"/>
            <a:ext cx="5486400" cy="10972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· RBAC · Workflow · Scoring · Daily Cron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4343400"/>
            <a:ext cx="-128016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9520" y="4343400"/>
            <a:ext cx="128016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63040" y="4892040"/>
            <a:ext cx="3931920" cy="123444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4892040"/>
            <a:ext cx="73152" cy="123444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4983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Postgres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5440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database · Singapore region · Auto-backups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4892040"/>
            <a:ext cx="3931920" cy="123444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4892040"/>
            <a:ext cx="73152" cy="1234440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4983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(SMTP)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5440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Gmail · Office 365 · SendGrid — pluggable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User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roles, strict data boundaries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83080"/>
            <a:ext cx="3657600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👤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only their own PMFs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Self-assessment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final feedback once approved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/ export their own PDF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783080"/>
            <a:ext cx="3657600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👥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38912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32461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reports only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+ comment each item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recommendation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vs self-assessment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83880" y="17830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1783080"/>
            <a:ext cx="3657600" cy="1234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⭐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18388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ADMIN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03920" y="32461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company-wide access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templates &amp; cycles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&amp; finalize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+ audit log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The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stages, auto-emails at every step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4688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18288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SELF_ASSESS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Fills own 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324612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194560"/>
            <a:ext cx="24688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8288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4612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MANAGER_REVIEW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Rates + comments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324612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35040" y="2194560"/>
            <a:ext cx="24688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3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828800"/>
            <a:ext cx="731520" cy="731520"/>
          </a:xfrm>
          <a:prstGeom prst="ellipse">
            <a:avLst/>
          </a:prstGeom>
          <a:solidFill>
            <a:srgbClr val="0033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03504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ADMIN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HR_REVIEW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&amp; approves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49640" y="324612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23960" y="2194560"/>
            <a:ext cx="24688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92640" y="18288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8239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2396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068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to employee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57800"/>
            <a:ext cx="73152" cy="82296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32180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325880" y="5321808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Auto-emails fire at every transition —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notified of tasks, managers of submissions, HR of approvals. Plus daily cron chases overdue items.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Two PMF Templates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SevenGen forms, matched exactly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257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83080"/>
            <a:ext cx="5257800" cy="91440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EMPLOYEE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Evaluation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Krystle's PMF format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Contributions and Achievements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3749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Competencies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Goals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4846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846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4520" y="5394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 &amp; Recommendation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5394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1783080"/>
            <a:ext cx="5257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1783080"/>
            <a:ext cx="52578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PROBATIONARY / CONTRACTUAL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Core Values Assessment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629400" y="2788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Janella's PMF format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3524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 (6 subsections)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60704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2940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35240" y="3749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Values (9 subsections)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60704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2940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3524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Rating (auto-calculated)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60704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29400" y="4846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IV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35240" y="4846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Plan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607040" y="4846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2940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35240" y="5394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Recommendation: Regular / Extend / …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607040" y="5394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PDF formula — auto-calculated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28800"/>
            <a:ext cx="10972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965960"/>
            <a:ext cx="10972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 =  (Personal Rating  +  Supervisor Rating)  ÷  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17520"/>
            <a:ext cx="109728" cy="10058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3154680"/>
            <a:ext cx="1097280" cy="4114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584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3108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Score  =  Average  ×  Weight 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10515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06240"/>
            <a:ext cx="109728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4343400"/>
            <a:ext cx="10972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343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773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Score  =  Σ Weighted Scores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532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the moment the manager submits. </a:t>
            </a:r>
            <a:pPr indent="0" marL="0">
              <a:buNone/>
            </a:pPr>
            <a:r>
              <a:rPr lang="en-US" sz="140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the PDF formula byte-for-byte. No manual math. No calculator errors.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Key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features, production-ready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830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dashboards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HR, Manager, Employee 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16916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1965960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504688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CRUD + Tabs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04688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/ Probationary / Managers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37576" y="16916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965960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26296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editor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26296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sections and questions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227832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3502152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502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783080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from PDF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83080" y="3959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→ auto-extract template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15968" y="3227832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44568" y="3502152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4568" y="3502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🖨️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504688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/ Export PDF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04688" y="3959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Branded, signature-ready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37576" y="3227832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6176" y="3502152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3502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9226296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PMF banners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26296" y="3959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highlighted red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" y="4764024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" y="5038344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038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783080" y="5038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email notifications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783080" y="5495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transition, every reminder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15968" y="4764024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44568" y="5038344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44568" y="5038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5504688" y="5038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assign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504688" y="5495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department in one click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37576" y="4764024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66176" y="5038344"/>
            <a:ext cx="822960" cy="8229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66176" y="5038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✓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9226296" y="5038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to Regular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226296" y="5495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Regularize probationary (HR)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Security &amp;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enterprise trust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PMF Automation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37360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8308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 + bcrypt passwords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2514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Industry-standard authentication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17373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1737360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6248" y="2057400"/>
            <a:ext cx="731520" cy="7315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4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70648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on every API route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70648" y="2514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server-side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319272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19272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639312"/>
            <a:ext cx="731520" cy="7315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639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78308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log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83080" y="4096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action, every user, timestamped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81928" y="3319272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81928" y="3319272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56248" y="3639312"/>
            <a:ext cx="731520" cy="7315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3639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470648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everywhere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70648" y="4096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 · auto-certificates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4901184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4901184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" y="5221224"/>
            <a:ext cx="731520" cy="7315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221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🚦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783080" y="51297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state validation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83080" y="56784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skip or reorder steps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81928" y="4901184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81928" y="4901184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556248" y="5221224"/>
            <a:ext cx="731520" cy="73152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41" name="Text 39"/>
          <p:cNvSpPr/>
          <p:nvPr/>
        </p:nvSpPr>
        <p:spPr>
          <a:xfrm>
            <a:off x="6556248" y="5221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470648" y="51297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data preserved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70648" y="56784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lock once used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548640" y="1691640"/>
            <a:ext cx="10972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LIVE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21488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6400" dirty="0"/>
          </a:p>
        </p:txBody>
      </p:sp>
      <p:sp>
        <p:nvSpPr>
          <p:cNvPr id="48" name="Shape 46"/>
          <p:cNvSpPr/>
          <p:nvPr/>
        </p:nvSpPr>
        <p:spPr>
          <a:xfrm>
            <a:off x="548640" y="3429000"/>
            <a:ext cx="1828800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35661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in any browser · share with anyone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8640" y="4251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LOGINS  ·  PASSWORD: password123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466344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4663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Admin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377440" y="46634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hr@company.com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17920" y="466344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663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46720" y="46634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katlyn@company.com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516636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5166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377440" y="51663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employee@company.com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217920" y="516636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5166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Probationary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046720" y="51663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probationary@company.com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 cost on free tier  ·  Unlimited users  ·  Runs 24/7  ·  Scales automatically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SevenGen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PMF Automation System</dc:title>
  <dc:subject>PptxGenJS Presentation</dc:subject>
  <dc:creator>SevenGen HR</dc:creator>
  <cp:lastModifiedBy>SevenGen HR</cp:lastModifiedBy>
  <cp:revision>1</cp:revision>
  <dcterms:created xsi:type="dcterms:W3CDTF">2026-04-18T06:59:45Z</dcterms:created>
  <dcterms:modified xsi:type="dcterms:W3CDTF">2026-04-18T06:59:45Z</dcterms:modified>
</cp:coreProperties>
</file>